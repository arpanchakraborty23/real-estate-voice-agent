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365760"/>
            <a:ext cx="2560320" cy="2560320"/>
          </a:xfrm>
          <a:prstGeom prst="ellipse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3152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1143000"/>
            <a:ext cx="1005840" cy="1005840"/>
          </a:xfrm>
          <a:prstGeom prst="ellipse">
            <a:avLst/>
          </a:prstGeom>
          <a:solidFill>
            <a:srgbClr val="0D9488">
              <a:alpha val="4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3108960"/>
            <a:ext cx="155448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96912" y="320040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0144" y="320040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96912" y="370332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0144" y="370332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6912" y="420624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4206240"/>
            <a:ext cx="530352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85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100584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PropVoice AI</a:t>
            </a:r>
            <a:endParaRPr lang="en-US" sz="580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237744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Voice Agent for Real Estate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Builders. Loved by Buyers.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MARKOM  ·  AI &amp; Automation Division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Frustration is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buyers waste hours visiting multiple builders — while builders miss qualified leads every single 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97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64008" cy="2651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Visited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each buyer before they make a decision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97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83080"/>
            <a:ext cx="64008" cy="2651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Are Lost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slow or unavailable responses from the team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97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83080"/>
            <a:ext cx="64008" cy="2651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hrs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Every Day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sales staff answering the same repetitive questions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silently costing builders revenue — and buyers their patience.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1097280"/>
            <a:ext cx="3474720" cy="3474720"/>
          </a:xfrm>
          <a:prstGeom prst="ellipse">
            <a:avLst/>
          </a:prstGeom>
          <a:solidFill>
            <a:srgbClr val="D4A843">
              <a:alpha val="1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Voice. All Answers.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474720" y="1719072"/>
            <a:ext cx="219456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74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PropVoice AI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24/7 intelligent voice agent embedded in your website. Property buyers speak their questions — the agent understands, searches your complete property database, and responds instantly with accurate, helpful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3291840"/>
            <a:ext cx="2194560" cy="1417320"/>
          </a:xfrm>
          <a:prstGeom prst="rect">
            <a:avLst/>
          </a:prstGeom>
          <a:solidFill>
            <a:srgbClr val="1A2744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2918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40480" y="3291840"/>
            <a:ext cx="2194560" cy="1417320"/>
          </a:xfrm>
          <a:prstGeom prst="rect">
            <a:avLst/>
          </a:prstGeom>
          <a:solidFill>
            <a:srgbClr val="1A2744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2918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55080" y="3291840"/>
            <a:ext cx="2194560" cy="1417320"/>
          </a:xfrm>
          <a:prstGeom prst="rect">
            <a:avLst/>
          </a:prstGeom>
          <a:solidFill>
            <a:srgbClr val="1A2744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29184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Property-Specific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PropVoice AI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67712" y="228600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8404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 Asks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4048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visits your website and asks a property question by voice or text — anytime, day or 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228600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097280"/>
            <a:ext cx="2011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97280"/>
            <a:ext cx="2011680" cy="685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7860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Understands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4048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PropVoice AI processes the query using advanced natural language understanding built for real estate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56832" y="2286000"/>
            <a:ext cx="201168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2011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201168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77316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Searches 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3168" y="24048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searches your complete property knowledge base — pricing, layouts, RERA status, FAQs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20116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097280"/>
            <a:ext cx="2011680" cy="685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96772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Answer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67728" y="24048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accurate, helpful response is delivered back in seconds — the buyer stays engaged on your website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36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technical knowledge needed from your side. We handle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Buyers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920240"/>
            <a:ext cx="146304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574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conversations,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waiting. No forms.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callbacks.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· Always Accurate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41148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66344"/>
            <a:ext cx="4846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Do you have 2BHK flats under ₹60 lakhs in Pune?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2344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16204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28930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PropVoice: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We have 12 available 2BHK units in Baner and Wakad, starting at ₹52 lakhs. Would you like details on a specific location?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269748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752344"/>
            <a:ext cx="4846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Is the Skyline Residency project RERA approved?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0" y="35204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16204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57530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PropVoice: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Absolutely. Skyline Residency is RERA registered (MH/12/2024). Possession expected Q2 2026. Want me to share the floor plan?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conversations — powered entirely by your property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2176272"/>
            <a:ext cx="146304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3317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capture, convert, and delight your leads — automatically.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20440" y="256032"/>
            <a:ext cx="260604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256032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4206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Lead Capture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877824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an inquiry again. The agent works round-the-clock, even when your team is offline.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"/>
            <a:ext cx="260604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56032"/>
            <a:ext cx="260604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206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Repeated Work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877824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answering the same questions daily. The AI handles them automatically with precision.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651760"/>
            <a:ext cx="260604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2651760"/>
            <a:ext cx="26060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816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Auto-Updated Knowledge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27355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send us updated data. We update the AI — no technical skills needed from your side.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651760"/>
            <a:ext cx="260604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65176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16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Pre-Qualified Leads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3273552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filters and qualifies buyers before connecting them to your sales team — saving time and effort.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Return on Investment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66160" y="1389888"/>
            <a:ext cx="201168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938528" cy="2743200"/>
          </a:xfrm>
          <a:prstGeom prst="rect">
            <a:avLst/>
          </a:prstGeom>
          <a:solidFill>
            <a:srgbClr val="1A274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Inquiry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938528" cy="2743200"/>
          </a:xfrm>
          <a:prstGeom prst="rect">
            <a:avLst/>
          </a:prstGeom>
          <a:solidFill>
            <a:srgbClr val="1A2744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719072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60320" y="28346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1938528" cy="2743200"/>
          </a:xfrm>
          <a:prstGeom prst="rect">
            <a:avLst/>
          </a:prstGeom>
          <a:solidFill>
            <a:srgbClr val="1A274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19072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Staff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1938528" cy="2743200"/>
          </a:xfrm>
          <a:prstGeom prst="rect">
            <a:avLst/>
          </a:prstGeom>
          <a:solidFill>
            <a:srgbClr val="1A27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719072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Manpower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PropVoice AI typically pays for itself within the first month of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is Effortless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setup needed on your end. Our team handles everything — you focus on selling.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017520" y="2697480"/>
            <a:ext cx="228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54480"/>
            <a:ext cx="1005840" cy="100584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Your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32918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property listings, pricing, floor plans, FAQs — in any format: Excel, PDF, or even a WhatsApp message.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697480"/>
            <a:ext cx="22860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554480"/>
            <a:ext cx="1005840" cy="100584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46120" y="269748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&amp; Train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32918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loads and structures your data into our AI system. PropVoice AI learns everything about your projects within 48 hours.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005840" cy="100584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080760" y="269748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048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&amp; Convert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32918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embed the voice agent on your website. Your buyers get instant answers — you start receiving pre-qualified, sales-ready leads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MARKOM?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2057400"/>
            <a:ext cx="146304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945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just a tech vendor. We're a full-stack growth partner for your business.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3429000"/>
            <a:ext cx="2743200" cy="320040"/>
          </a:xfrm>
          <a:prstGeom prst="rect">
            <a:avLst/>
          </a:prstGeom>
          <a:solidFill>
            <a:srgbClr val="1620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4728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&amp; Automation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822192"/>
            <a:ext cx="2743200" cy="320040"/>
          </a:xfrm>
          <a:prstGeom prst="rect">
            <a:avLst/>
          </a:prstGeom>
          <a:solidFill>
            <a:srgbClr val="1620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Growth &amp; Branding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215384"/>
            <a:ext cx="2743200" cy="320040"/>
          </a:xfrm>
          <a:prstGeom prst="rect">
            <a:avLst/>
          </a:prstGeom>
          <a:solidFill>
            <a:srgbClr val="1620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3367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Financial 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320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15968" y="96926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9692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Estate Expertise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industry, not just the technology.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177393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17739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764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Managed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onboarding to AI updates — we handle everything.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5968" y="2578608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25786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agent goes live in as little as 48 hours.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3383280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338328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74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Support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 to update data, improve responses, and scale with you.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15968" y="4187952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4187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Tech Headache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focus on selling. We handle the intelligence behind 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1645920"/>
            <a:ext cx="8229600" cy="8229600"/>
          </a:xfrm>
          <a:prstGeom prst="ellipse">
            <a:avLst/>
          </a:prstGeom>
          <a:solidFill>
            <a:srgbClr val="0D9488">
              <a:alpha val="7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MARKOM  ·  AI &amp; Automation Division  ·  Full-Stack Growth Agency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THIS TOGETHER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Real Estate Business?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1828800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buyers the experience they deserve.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sales team the break they need.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3429000"/>
            <a:ext cx="3291840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429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a Free Demo  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hello@markom.agency  ·  www.markom.agency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PropVoice AI — Real Estate Voice Agent</dc:title>
  <dc:subject>PptxGenJS Presentation</dc:subject>
  <dc:creator>PptxGenJS</dc:creator>
  <cp:lastModifiedBy>PptxGenJS</cp:lastModifiedBy>
  <cp:revision>1</cp:revision>
  <dcterms:created xsi:type="dcterms:W3CDTF">2026-06-07T05:27:32Z</dcterms:created>
  <dcterms:modified xsi:type="dcterms:W3CDTF">2026-06-07T05:27:32Z</dcterms:modified>
</cp:coreProperties>
</file>